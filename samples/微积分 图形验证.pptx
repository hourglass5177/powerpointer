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= x²</c:v>
                </c:pt>
              </c:strCache>
            </c:strRef>
          </c:tx>
          <c:spPr>
            <a:solidFill>
              <a:srgbClr val="C43E1C"/>
            </a:solidFill>
            <a:ln w="25400" cap="flat">
              <a:solidFill>
                <a:srgbClr val="C43E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3E1C"/>
              </a:solidFill>
              <a:ln w="9525" cap="flat">
                <a:solidFill>
                  <a:srgbClr val="C43E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4</c:v>
                </c:pt>
                <c:pt idx="3">
                  <c:v>9</c:v>
                </c:pt>
                <c:pt idx="4">
                  <c:v>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5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导数：函数在一点的变化率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25400">
            <a:solidFill>
              <a:srgbClr val="C43E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282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若极限存在，函数在该点的导数等于切线斜率。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C43E1C"/>
                </a:solidFill>
              </a:rPr>
              <a:t>f′(x) = lim [f(x + h) − f(x)] / h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32918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h → 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例：f(x) = x²，f′(x) = 2x。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在 x = 3 处，切线斜率为 6。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5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函数图像与数据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25400">
            <a:solidFill>
              <a:srgbClr val="C43E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282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2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508760"/>
          <a:ext cx="67665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955280" y="1828800"/>
            <a:ext cx="3474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二次函数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y = x²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x = 3 时，y = 9。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斜率的定义见第 1 页。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5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隐藏页：定义补充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25400">
            <a:solidFill>
              <a:srgbClr val="C43E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282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00000"/>
                </a:solidFill>
              </a:rPr>
              <a:t>隐藏页校验：白鹭 314</a:t>
            </a:r>
            <a:endParaRPr lang="en-US" sz="2700" dirty="0"/>
          </a:p>
          <a:p>
            <a:pPr indent="0" marL="0">
              <a:buNone/>
            </a:pP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000000"/>
                </a:solidFill>
              </a:rPr>
              <a:t>此页应保留为第 3 页。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000000"/>
                </a:solidFill>
              </a:rPr>
              <a:t>连续不一定可导，例如 f(x) = |x| 在原点不可导。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5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图形观察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25400">
            <a:solidFill>
              <a:srgbClr val="C43E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64282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4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10835640" cy="40416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识别图片里的文字、图形与数量。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微积分与图形</dc:title>
  <dc:subject>本项目生成的转换验证样例</dc:subject>
  <dc:creator>课件阅读器验证</dc:creator>
  <cp:lastModifiedBy>课件阅读器验证</cp:lastModifiedBy>
  <cp:revision>1</cp:revision>
  <dcterms:created xsi:type="dcterms:W3CDTF">2026-10-12T14:06:13Z</dcterms:created>
  <dcterms:modified xsi:type="dcterms:W3CDTF">2026-10-12T14:06:13Z</dcterms:modified>
</cp:coreProperties>
</file>